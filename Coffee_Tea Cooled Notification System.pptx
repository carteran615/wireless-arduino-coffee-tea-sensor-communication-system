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 i’m carter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 made a system that notifies you when a coffee or tea is cooled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 i cant think of a </a:t>
            </a:r>
            <a:r>
              <a:rPr lang="en"/>
              <a:t>better name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7aa5e62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7aa5e62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 make a lot of tea to stay awake when doing HW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 leave </a:t>
            </a:r>
            <a:r>
              <a:rPr lang="en"/>
              <a:t>the</a:t>
            </a:r>
            <a:r>
              <a:rPr lang="en"/>
              <a:t> tea alone while it cools, then come back later to get it when it’s done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Often I wait too long and the tea is cold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7aa5e62d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7aa5e62d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I want a way to alert me from the kitchen to my desk when the tea is cooled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Which means i need to figure out what that means exactly so i can measure it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convert that into a signal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Signal needs to need to reach from the kitchen to my desk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but just making a sound play from the source is too easy,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so i want a physical connection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When it reaches me, i need to notice it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I often have earbuds in and have neighbors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7aa5e62d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7aa5e62d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My solution is to use two arduino unos connected with </a:t>
            </a:r>
            <a:r>
              <a:rPr lang="en"/>
              <a:t>bluetooth</a:t>
            </a:r>
            <a:r>
              <a:rPr lang="en"/>
              <a:t> using the hc05 bluetooth module (right)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Have dht11 (included in digital design kit we all had to buy) connected to one of them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Use that to detect tea temperature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Alert me using the other arduino using an array of dirt cheap lasers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They can shine onto the wall or something, even display text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7aa5e62d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7aa5e62d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few challenges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Construction did not take too long, only a few wires on some breadboards and duct tape for the rest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code was the hard part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Hc05 configuration is difficult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Had to learn AT commands and serial printing, was a lot of work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They have different wiring configurations at different stages, miracle they still work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It is surprisingly hard to send a floating point value over </a:t>
            </a:r>
            <a:r>
              <a:rPr lang="en"/>
              <a:t>bluetooth and serial connection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Have to convert to and from string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Can only send one byte at a time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DHT11 readings swing wildly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Will often dip below cooled for extended periods of time then go back up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Had to implement a moving average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Had to read humidity instead since it was bad at reading temperature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7aa5e62d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7aa5e62d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most of the project is code here it 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 AT commands I have to disassemble the project to be able to access them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Board using DHT11 on left, features added DHT code and serial printing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Receiving board with lasers on the left two, features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buffers, moving average initialization, serial reading,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string to float conversion, updating moving average, ending the loop if average goes below humidity threshold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7aa5e62d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7aa5e62d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half, side that reads and sends humidity data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Dht11 suspended over mug duct taped to a stapler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Arduino and hc05 on left powered by a battery underneath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Kinda basic but it gets the job done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7aa5e62d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7aa5e62d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half, side that receives the humidity data and alerts me with lasers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Also kinda basic but looks a lot worse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Attached lasers to a lego wall e to get the angle right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Only 3 lasers because i ran out of resistors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Also laser wires are too thin for breadboard so I attached them to staples which is hard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At least only one of them has to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set up, simply point at your wall not at your eyes and connect to power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7aa5e62d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7aa5e62d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Show serial monitor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Breath on the humidity sensor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7aa5e62d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7aa5e62d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I’d say it worked pretty well despite how bad the humidity sensor is and how bad its positioning 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It does its job of alerting me when my tea is cooled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Sending data over bluetooth surprisingly worked perfectly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Laser could be way better if i spent more time on 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 could figure out a better wire connection than staples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Could make a custom bracket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 have 20 of them so i </a:t>
            </a:r>
            <a:r>
              <a:rPr lang="en"/>
              <a:t>could</a:t>
            </a:r>
            <a:r>
              <a:rPr lang="en"/>
              <a:t> display text or a symbol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 lot of people using hc05 modules use a basic phone </a:t>
            </a:r>
            <a:r>
              <a:rPr lang="en"/>
              <a:t>app as a controller, doesnt sound that much harder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Thats all i have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Coffee/Tea Cooled Notification System</a:t>
            </a:r>
            <a:r>
              <a:rPr baseline="30000" lang="en" sz="4200">
                <a:solidFill>
                  <a:srgbClr val="B7B7B7"/>
                </a:solidFill>
              </a:rPr>
              <a:t>TM</a:t>
            </a:r>
            <a:r>
              <a:rPr lang="en"/>
              <a:t> </a:t>
            </a:r>
            <a:endParaRPr baseline="30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Carter Norsen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25"/>
            <a:ext cx="3599650" cy="35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4350" y="1017725"/>
            <a:ext cx="3599650" cy="351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2050" y="1642388"/>
            <a:ext cx="1639900" cy="2257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Needs to alert me when the tea is cooled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Need to figure out what “cooled” means numerically</a:t>
            </a:r>
            <a:endParaRPr sz="1000"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Need to detect when the tea is cooled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Signal needs to </a:t>
            </a:r>
            <a:r>
              <a:rPr lang="en"/>
              <a:t>travel</a:t>
            </a:r>
            <a:r>
              <a:rPr lang="en"/>
              <a:t> a long distance</a:t>
            </a:r>
            <a:endParaRPr sz="1400"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Making a loud annoying sound is too easy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Alert needs to be obvious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Visual is best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Concept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Two Arduino Unos connected via Bluetooth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HC-05 Bluetooth module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DHT11 Temperature/Humidity Sensor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Laser display activates at threshold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8350" y="0"/>
            <a:ext cx="3335650" cy="250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9276" y="2750475"/>
            <a:ext cx="2095050" cy="23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325" y="2333825"/>
            <a:ext cx="2809675" cy="28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030550"/>
            <a:ext cx="2900800" cy="211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08825" y="3391788"/>
            <a:ext cx="1123950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591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Physical construction is not hard (except DHT11 →)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Bluetooth configuration using HC-05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Sending data over Bluetooth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DHT11 readings are very inconsistent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3325" y="505475"/>
            <a:ext cx="2970675" cy="381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8725" y="50"/>
            <a:ext cx="2930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8425" y="0"/>
            <a:ext cx="2698276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8"/>
          <p:cNvCxnSpPr/>
          <p:nvPr/>
        </p:nvCxnSpPr>
        <p:spPr>
          <a:xfrm flipH="1">
            <a:off x="938100" y="-9100"/>
            <a:ext cx="27300" cy="51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8"/>
          <p:cNvCxnSpPr/>
          <p:nvPr/>
        </p:nvCxnSpPr>
        <p:spPr>
          <a:xfrm rot="10800000">
            <a:off x="3608725" y="-3450"/>
            <a:ext cx="13800" cy="515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9225" y="0"/>
            <a:ext cx="26047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(Humidity Reading Side)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 rotWithShape="1">
          <a:blip r:embed="rId3">
            <a:alphaModFix/>
          </a:blip>
          <a:srcRect b="0" l="0" r="0" t="13718"/>
          <a:stretch/>
        </p:blipFill>
        <p:spPr>
          <a:xfrm>
            <a:off x="726158" y="572700"/>
            <a:ext cx="7068293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r>
              <a:rPr lang="en"/>
              <a:t> (Data Receiving and Alerting Side)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0" l="4920" r="6269" t="0"/>
          <a:stretch/>
        </p:blipFill>
        <p:spPr>
          <a:xfrm>
            <a:off x="0" y="572700"/>
            <a:ext cx="5415854" cy="457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 rotWithShape="1">
          <a:blip r:embed="rId4">
            <a:alphaModFix/>
          </a:blip>
          <a:srcRect b="0" l="17640" r="18766" t="0"/>
          <a:stretch/>
        </p:blipFill>
        <p:spPr>
          <a:xfrm>
            <a:off x="5271000" y="575663"/>
            <a:ext cx="3872998" cy="456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Using Ambient Humidity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(Proof of Concept)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4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Overall worked well despite DHT11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Does alert me when my tea is cooled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transfer worked perfectly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Laser display underwhelming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Phone app instead?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Please don’t remind me about a timer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